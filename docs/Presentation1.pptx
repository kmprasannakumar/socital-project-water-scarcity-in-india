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83" r:id="rId2"/>
    <p:sldId id="284" r:id="rId3"/>
    <p:sldId id="29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01FA0B-196E-4629-8FBF-87D6B3AE00AB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02F2B-B7A2-427A-94BA-096EF1019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773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dirty="0"/>
          </a:p>
        </p:txBody>
      </p:sp>
      <p:sp>
        <p:nvSpPr>
          <p:cNvPr id="1843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en-US" sz="1200" dirty="0"/>
              <a:t>1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22822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42FFE-623A-4E16-54EA-5200FCB607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A29AC0-6119-31DB-FEE7-5AEC01768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84969-E5F2-3A13-710D-E098C83E9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38A9-067E-4E8F-8F02-3A0199227AC8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83E6E-1678-4D97-2B17-0AD8B786F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6CEA9-5EF2-3198-27F8-B7CA7A4AF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0C3E4-ACD9-4FD9-82A0-1517F309B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20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1B8E5-DC60-71BF-2E3B-3222C85C2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003F8-FB39-321F-7D64-82A821E77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8D4DB-FE2E-A0D9-9E3B-06E72CF24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38A9-067E-4E8F-8F02-3A0199227AC8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A3C56-CD0A-4C1E-A600-32244108F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2D3BC-1560-F005-57CA-EF634BD2D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0C3E4-ACD9-4FD9-82A0-1517F309B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747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131F6-F461-D6C1-E4D5-697DA97A3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E1838-98D5-0B3A-C169-34EEA7235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F5D00-F13C-FBE7-F3E3-7F6299A26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38A9-067E-4E8F-8F02-3A0199227AC8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FD9DD-7315-1221-B05F-4FE86DC26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91A3A-1A88-7BCD-1F73-878706848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0C3E4-ACD9-4FD9-82A0-1517F309B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616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62EB-DAC9-7DCE-477C-CDC2381FB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7F733-88D0-9363-B4CE-049BBB62E3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578B80-EF96-040F-73E7-CE0D2B671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02228-3092-CBF3-E1D2-A70B39094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38A9-067E-4E8F-8F02-3A0199227AC8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F92E5-1D88-4E28-20BC-A3113B16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CE95A-47F0-35CE-8BC8-F7385FE5A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0C3E4-ACD9-4FD9-82A0-1517F309B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365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43F53-BBFE-30FF-4DA4-4F4F6C427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65148-C381-9F39-DAF8-9B1953460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6A3D26-90E8-0C1F-1EC5-0BFCACC22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90309A-C227-66DE-9038-1AF3658E54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18E26F-B0AA-29C3-1521-1806A2A027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418B5C-94B9-0111-3FF3-4F5E0BDEA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38A9-067E-4E8F-8F02-3A0199227AC8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2208DC-E092-38E9-8BC1-CA4F2185E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F9E82-91F2-BA0C-BA1E-4EF964A5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0C3E4-ACD9-4FD9-82A0-1517F309B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671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61FF4-550D-9B84-7BCB-765F96B29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F67F0C-3543-9D6B-95D5-DAFE2C01B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38A9-067E-4E8F-8F02-3A0199227AC8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8A5884-674B-C0F1-CB8C-5C2D06F2B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03A44D-8F58-FEC9-75F3-6642376EF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0C3E4-ACD9-4FD9-82A0-1517F309B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475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9EA605-08B8-E791-69DB-661EDADB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38A9-067E-4E8F-8F02-3A0199227AC8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DCCA62-E9FC-CA15-1844-E11AED4B1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257B9-A77A-C70C-B37D-8BC10272B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0C3E4-ACD9-4FD9-82A0-1517F309B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166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2D9BB-FB27-7C35-72E6-02B298C5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9279C-7B61-09B5-4B14-DD2072693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286A87-3125-75D6-AA48-F624EE6B6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A240D-2B95-C93F-CAB4-FC7A4F98C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38A9-067E-4E8F-8F02-3A0199227AC8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CE3ED-1218-8ACA-086C-DCC589183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F9E32-767F-6F9E-8F70-F6826A605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0C3E4-ACD9-4FD9-82A0-1517F309B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265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323A0-2951-B9EB-EF68-0239A5331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BDB0C3-684F-62CD-4A2D-7D7EE0CB62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6F883-359E-374A-EFF1-DFFEB5D93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251B7-961A-5B34-CC16-916608C50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38A9-067E-4E8F-8F02-3A0199227AC8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98C51-7D3C-F7D4-AE8B-783E3AA29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A6714-497C-8A94-F1A3-AC228EEC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0C3E4-ACD9-4FD9-82A0-1517F309B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11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1C5CD-2FEE-CC0E-7A29-3D3B2393F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1B6D6E-00F9-B696-0A0F-342CACC99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2BBA-2414-DD70-52DE-9D3DB8415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38A9-067E-4E8F-8F02-3A0199227AC8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0ED82-F029-BAA7-AD9C-91F785297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BC99E-7C1B-B2BB-0C0D-DBEC5E067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0C3E4-ACD9-4FD9-82A0-1517F309B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689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064C08-FCC3-4365-B281-5EF66754D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423782-E04A-216C-BECD-E99E0C693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8858E-0FA1-9E3F-DE81-52CCDADC2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B38A9-067E-4E8F-8F02-3A0199227AC8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F115C-CAB9-3256-A0C4-C6CF64E11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ED887-13A2-455D-D8FD-585CAC0B9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0C3E4-ACD9-4FD9-82A0-1517F309B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350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70B488-03F1-E77A-D881-ED511DF7F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B7B5E-C458-E4BE-12C7-BEDB2003F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01280-D5BE-9F46-B107-3007277B88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B38A9-067E-4E8F-8F02-3A0199227AC8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A40F9-46CF-EF50-9B06-A38D0C1D7B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72A90-04AC-7C66-B35B-C6A12765F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0C3E4-ACD9-4FD9-82A0-1517F309BA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191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1932" y="3170096"/>
            <a:ext cx="1455429" cy="1714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8624" y="3196426"/>
            <a:ext cx="1339850" cy="1722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8269222" y="5063860"/>
            <a:ext cx="2880850" cy="116955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Revered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Sri </a:t>
            </a:r>
            <a:r>
              <a:rPr kumimoji="0" lang="en-US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Sri</a:t>
            </a: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Dr. </a:t>
            </a:r>
            <a:r>
              <a:rPr kumimoji="0" lang="en-US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Prakashanatha</a:t>
            </a:r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Swamiji</a:t>
            </a:r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Managing Director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BGS and SJB Group of Institutions</a:t>
            </a:r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4787005" y="5063859"/>
            <a:ext cx="3283089" cy="116955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His Holiness Jagadguru 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Sri </a:t>
            </a:r>
            <a:r>
              <a:rPr kumimoji="0" lang="en-US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Sri</a:t>
            </a: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Sri</a:t>
            </a: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Dr. </a:t>
            </a:r>
            <a:r>
              <a:rPr kumimoji="0" lang="en-US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Nirmalanandanatha</a:t>
            </a: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Maha</a:t>
            </a: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Swamiji</a:t>
            </a:r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President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Sri Adichunchanagiri </a:t>
            </a:r>
            <a:r>
              <a:rPr kumimoji="0" lang="en-US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Shikshana</a:t>
            </a: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Trust ®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167299" y="5063859"/>
            <a:ext cx="3520142" cy="116955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His Divine Soul </a:t>
            </a:r>
            <a:r>
              <a:rPr kumimoji="0" lang="en-US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Jagadguru</a:t>
            </a: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Padmabushana</a:t>
            </a:r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Sri </a:t>
            </a:r>
            <a:r>
              <a:rPr kumimoji="0" lang="en-US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Sri</a:t>
            </a: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Sri</a:t>
            </a: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Dr. </a:t>
            </a:r>
            <a:r>
              <a:rPr kumimoji="0" lang="en-US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Balagangadharanatha</a:t>
            </a: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Maha</a:t>
            </a: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Swamiji</a:t>
            </a:r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Founder President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Sri Adichunchanagiri Shikshana Trust ®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058" name="Picture 5" descr="C:\Users\CSMV\Desktop\Desktop\Downloads\swamiji-b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7445" y="3187941"/>
            <a:ext cx="1339850" cy="1714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" name="Title 1"/>
          <p:cNvSpPr txBox="1"/>
          <p:nvPr/>
        </p:nvSpPr>
        <p:spPr>
          <a:xfrm>
            <a:off x="0" y="270616"/>
            <a:ext cx="12192000" cy="2695269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lvl="2" defTabSz="914400">
              <a:defRPr/>
            </a:pPr>
            <a:r>
              <a:rPr kumimoji="0" lang="en-IN" sz="1200" b="1" kern="1200" cap="none" spc="0" normalizeH="0" baseline="0" noProof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                                                                                                  | | Jai Sri Gurudev ||</a:t>
            </a:r>
            <a:br>
              <a:rPr kumimoji="0" lang="en-IN" sz="1200" b="1" kern="1200" cap="none" spc="0" normalizeH="0" baseline="0" noProof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en-IN" sz="1200" b="1" kern="1200" cap="none" spc="0" normalizeH="0" baseline="0" noProof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                                                                                    Sri AdichunchanagiriShikshana Trust ®</a:t>
            </a:r>
            <a:br>
              <a:rPr kumimoji="0" lang="en-US" kern="1200" cap="none" spc="0" normalizeH="0" baseline="0" noProof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en-IN" b="1" kern="1200" cap="none" spc="0" normalizeH="0" baseline="0" noProof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                                  </a:t>
            </a:r>
            <a:r>
              <a:rPr kumimoji="0" lang="en-IN" sz="2400" b="1" kern="1200" cap="none" spc="0" normalizeH="0" baseline="0" noProof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SJB INSTITUTE OF TECHNOLOGY</a:t>
            </a:r>
            <a:br>
              <a:rPr kumimoji="0" lang="en-US" kern="1200" cap="none" spc="0" normalizeH="0" baseline="0" noProof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en-US" sz="1900" kern="1200" cap="none" spc="0" normalizeH="0" baseline="0" noProof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                       </a:t>
            </a:r>
            <a:r>
              <a:rPr kumimoji="0" lang="en-US" kern="1200" cap="none" spc="0" normalizeH="0" baseline="0" noProof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</a:t>
            </a:r>
            <a:r>
              <a:rPr kumimoji="0" lang="en-US" sz="12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 Autonomous Institution under Visvesvaraya Technological University, Belagavi  </a:t>
            </a:r>
            <a:endParaRPr kumimoji="0" lang="en-US" sz="13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2" defTabSz="914400">
              <a:defRPr/>
            </a:pPr>
            <a:r>
              <a:rPr kumimoji="0" lang="en-US" sz="13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 BGS Health &amp; Education City, Dr. </a:t>
            </a:r>
            <a:r>
              <a:rPr kumimoji="0" lang="en-US" sz="1300" b="1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Vishnuvardhan</a:t>
            </a:r>
            <a:r>
              <a:rPr kumimoji="0" lang="en-US" sz="13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Road, </a:t>
            </a:r>
            <a:r>
              <a:rPr kumimoji="0" lang="en-US" sz="1300" b="1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Kengeri</a:t>
            </a:r>
            <a:r>
              <a:rPr kumimoji="0" lang="en-US" sz="13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sz="1300" b="1" kern="1200" cap="none" spc="0" normalizeH="0" baseline="0" noProof="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Bengaluru</a:t>
            </a:r>
            <a:r>
              <a:rPr kumimoji="0" lang="en-US" sz="13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- 560 060</a:t>
            </a:r>
            <a:endParaRPr kumimoji="0" lang="en-US" sz="13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2" defTabSz="914400">
              <a:defRPr/>
            </a:pPr>
            <a:r>
              <a:rPr kumimoji="0" lang="en-US" sz="13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      Approved by AICTE, New Delhi, Accredited by NAAC, New Delhi with ‘A+’ Grade </a:t>
            </a:r>
          </a:p>
          <a:p>
            <a:pPr lvl="2" defTabSz="914400">
              <a:defRPr/>
            </a:pPr>
            <a:r>
              <a:rPr kumimoji="0" lang="en-US" sz="13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                       Accredited by  National Board of Accreditation, New Delhi</a:t>
            </a:r>
            <a:endParaRPr kumimoji="0" lang="en-US" sz="13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2" defTabSz="914400">
              <a:lnSpc>
                <a:spcPct val="150000"/>
              </a:lnSpc>
              <a:defRPr/>
            </a:pPr>
            <a:r>
              <a:rPr kumimoji="0" lang="en-US" sz="13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      Recognized by UGC, New Delhi with 2(f) and 12(B), Certified by ISO 9001-2015 </a:t>
            </a:r>
            <a:br>
              <a:rPr kumimoji="0" lang="en-IN" sz="1200" b="1" kern="1200" cap="none" spc="0" normalizeH="0" baseline="0" noProof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en-IN" b="1" kern="1200" cap="none" spc="0" normalizeH="0" baseline="0" noProof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                    </a:t>
            </a:r>
            <a:r>
              <a:rPr kumimoji="0" lang="en-IN" sz="2400" b="1" kern="1200" cap="none" spc="0" normalizeH="0" baseline="0" noProof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Department of Master of Computer Application</a:t>
            </a:r>
            <a:endParaRPr kumimoji="0" lang="en-US" sz="5400" kern="1200" cap="none" spc="0" normalizeH="0" baseline="0" noProof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2060" name="Picture 26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2623" y1="53741" x2="42623" y2="53741"/>
                        <a14:foregroundMark x1="51639" y1="51701" x2="51639" y2="51701"/>
                        <a14:foregroundMark x1="52459" y1="48299" x2="52459" y2="482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03375" y="474827"/>
            <a:ext cx="1656503" cy="13577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2" name="Picture 28" descr="New scheme rolled out to help engg colleges get NBA tag"/>
          <p:cNvPicPr>
            <a:picLocks noChangeAspect="1"/>
          </p:cNvPicPr>
          <p:nvPr/>
        </p:nvPicPr>
        <p:blipFill>
          <a:blip r:embed="rId8"/>
          <a:srcRect l="16667" t="10818" r="13861" b="11906"/>
          <a:stretch>
            <a:fillRect/>
          </a:stretch>
        </p:blipFill>
        <p:spPr>
          <a:xfrm>
            <a:off x="1343279" y="2003860"/>
            <a:ext cx="776288" cy="63659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31374B85-605C-428E-91B2-87193CC27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035" y="594604"/>
            <a:ext cx="974397" cy="974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3938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4EA6781-9235-1379-C5C1-AA5E0FA4F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176" y="594024"/>
            <a:ext cx="1173133" cy="1173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597482-93BD-3C54-DEE9-C98FA79AD2F2}"/>
              </a:ext>
            </a:extLst>
          </p:cNvPr>
          <p:cNvSpPr txBox="1"/>
          <p:nvPr/>
        </p:nvSpPr>
        <p:spPr>
          <a:xfrm>
            <a:off x="1766742" y="872284"/>
            <a:ext cx="11059887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defTabSz="914377">
              <a:defRPr/>
            </a:pPr>
            <a:r>
              <a:rPr lang="en-I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</a:t>
            </a:r>
            <a:r>
              <a:rPr lang="en-IN" sz="3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SJB INSTITUTE OF TECHNOLOGY</a:t>
            </a:r>
          </a:p>
          <a:p>
            <a:pPr lvl="2" defTabSz="914377">
              <a:defRPr/>
            </a:pPr>
            <a:r>
              <a:rPr 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Autonomous Institution under Visvesvaraya Technological University, Belagavi</a:t>
            </a:r>
            <a:br>
              <a:rPr 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6DAEB-F86C-BC56-8776-BEFFADD731AA}"/>
              </a:ext>
            </a:extLst>
          </p:cNvPr>
          <p:cNvSpPr txBox="1"/>
          <p:nvPr/>
        </p:nvSpPr>
        <p:spPr>
          <a:xfrm>
            <a:off x="619432" y="1262237"/>
            <a:ext cx="10748765" cy="4604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754" marR="126150">
              <a:lnSpc>
                <a:spcPct val="115000"/>
              </a:lnSpc>
              <a:spcAft>
                <a:spcPts val="1380"/>
              </a:spcAft>
            </a:pPr>
            <a:endParaRPr lang="en-IN" sz="3733" b="1" dirty="0"/>
          </a:p>
          <a:p>
            <a:pPr marL="1828754" marR="126150">
              <a:lnSpc>
                <a:spcPct val="115000"/>
              </a:lnSpc>
              <a:spcAft>
                <a:spcPts val="1380"/>
              </a:spcAft>
            </a:pPr>
            <a:r>
              <a:rPr lang="en-IN" sz="3733" b="1" dirty="0"/>
              <a:t>Title</a:t>
            </a:r>
            <a:r>
              <a:rPr lang="en-IN" sz="3733" dirty="0"/>
              <a:t>: </a:t>
            </a:r>
            <a:r>
              <a:rPr lang="en-IN" sz="3600" b="1" dirty="0"/>
              <a:t>Water Scarcity in India</a:t>
            </a:r>
          </a:p>
          <a:p>
            <a:pPr marL="1828754" marR="126150">
              <a:lnSpc>
                <a:spcPct val="115000"/>
              </a:lnSpc>
              <a:spcAft>
                <a:spcPts val="1380"/>
              </a:spcAft>
            </a:pPr>
            <a:r>
              <a:rPr lang="en-IN" sz="2400" b="1" dirty="0"/>
              <a:t>PRESENTED BY :</a:t>
            </a:r>
            <a:br>
              <a:rPr lang="en-IN" sz="2667" dirty="0"/>
            </a:br>
            <a:r>
              <a:rPr lang="en-IN" sz="2133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HARISH GOUD MALI PATIL                           1JB23MC011</a:t>
            </a:r>
            <a:endParaRPr lang="en-IN" sz="2133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219170" marR="138003" indent="609585">
              <a:lnSpc>
                <a:spcPct val="115000"/>
              </a:lnSpc>
              <a:spcAft>
                <a:spcPts val="1380"/>
              </a:spcAft>
            </a:pPr>
            <a:r>
              <a:rPr lang="en-IN" sz="2133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KIRAN T V                                                            1JB23MC017</a:t>
            </a:r>
            <a:endParaRPr lang="en-IN" sz="2133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219170" marR="188802" indent="609585">
              <a:lnSpc>
                <a:spcPct val="115000"/>
              </a:lnSpc>
              <a:spcAft>
                <a:spcPts val="3287"/>
              </a:spcAft>
            </a:pPr>
            <a:r>
              <a:rPr lang="en-IN" sz="2133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PRASANNA KUMAR K M                                 1JB23MC034</a:t>
            </a:r>
            <a:endParaRPr lang="en-IN" sz="2133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66281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C7992C-1DE3-D839-6B6C-6EC3E9E9B332}"/>
              </a:ext>
            </a:extLst>
          </p:cNvPr>
          <p:cNvSpPr txBox="1"/>
          <p:nvPr/>
        </p:nvSpPr>
        <p:spPr>
          <a:xfrm>
            <a:off x="226142" y="2394856"/>
            <a:ext cx="1169055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solidFill>
                  <a:srgbClr val="0070C0"/>
                </a:solidFill>
                <a:latin typeface="Algerian" panose="04020705040A02060702" pitchFamily="82" charset="0"/>
              </a:rPr>
              <a:t>     THANK YOU</a:t>
            </a:r>
            <a:endParaRPr lang="en-IN" sz="11500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447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202</Words>
  <Application>Microsoft Office PowerPoint</Application>
  <PresentationFormat>Widescreen</PresentationFormat>
  <Paragraphs>29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Algerian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PRASANNAKUMAR K M</dc:creator>
  <cp:lastModifiedBy>PRASANNAKUMAR K M</cp:lastModifiedBy>
  <cp:revision>1</cp:revision>
  <dcterms:created xsi:type="dcterms:W3CDTF">2025-04-11T13:33:08Z</dcterms:created>
  <dcterms:modified xsi:type="dcterms:W3CDTF">2025-04-11T13:46:57Z</dcterms:modified>
</cp:coreProperties>
</file>